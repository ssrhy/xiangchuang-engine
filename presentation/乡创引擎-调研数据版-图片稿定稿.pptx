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4a30b17bef453d" /><Relationship Type="http://schemas.openxmlformats.org/officeDocument/2006/relationships/extended-properties" Target="/docProps/app.xml" Id="R1845609ebad64fb3" /><Relationship Type="http://schemas.openxmlformats.org/officeDocument/2006/relationships/officeDocument" Target="/ppt/presentation.xml" Id="Rdd40379d052244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e9d65517894d24"/>
  </p:sldMasterIdLst>
  <p:notesMasterIdLst>
    <p:notesMasterId xmlns:r="http://schemas.openxmlformats.org/officeDocument/2006/relationships" r:id="R247a38216e694487"/>
  </p:notesMasterIdLst>
  <p:sldIdLst>
    <p:sldId xmlns:r="http://schemas.openxmlformats.org/officeDocument/2006/relationships" id="256" r:id="R5e44ed5c64224c4b"/>
    <p:sldId xmlns:r="http://schemas.openxmlformats.org/officeDocument/2006/relationships" id="257" r:id="R366e44ed5eaa465c"/>
    <p:sldId xmlns:r="http://schemas.openxmlformats.org/officeDocument/2006/relationships" id="258" r:id="R0111806823224d11"/>
    <p:sldId xmlns:r="http://schemas.openxmlformats.org/officeDocument/2006/relationships" id="259" r:id="R31179938799d4512"/>
    <p:sldId xmlns:r="http://schemas.openxmlformats.org/officeDocument/2006/relationships" id="260" r:id="R94d2826b443548fe"/>
    <p:sldId xmlns:r="http://schemas.openxmlformats.org/officeDocument/2006/relationships" id="261" r:id="R70902aaceae944b4"/>
    <p:sldId xmlns:r="http://schemas.openxmlformats.org/officeDocument/2006/relationships" id="262" r:id="Rad0dcd7aee804299"/>
    <p:sldId xmlns:r="http://schemas.openxmlformats.org/officeDocument/2006/relationships" id="263" r:id="R5c2283b8e3384b3e"/>
    <p:sldId xmlns:r="http://schemas.openxmlformats.org/officeDocument/2006/relationships" id="264" r:id="Ra26c77cfddd44913"/>
    <p:sldId xmlns:r="http://schemas.openxmlformats.org/officeDocument/2006/relationships" id="265" r:id="Rfb7b5a7d465645c6"/>
    <p:sldId xmlns:r="http://schemas.openxmlformats.org/officeDocument/2006/relationships" id="266" r:id="R8bcdd56624de4d72"/>
    <p:sldId xmlns:r="http://schemas.openxmlformats.org/officeDocument/2006/relationships" id="267" r:id="R5bc621681351471c"/>
    <p:sldId xmlns:r="http://schemas.openxmlformats.org/officeDocument/2006/relationships" id="268" r:id="R3bb7f0e8ec6c4c33"/>
    <p:sldId xmlns:r="http://schemas.openxmlformats.org/officeDocument/2006/relationships" id="269" r:id="R20ba9ca318ed40c7"/>
    <p:sldId xmlns:r="http://schemas.openxmlformats.org/officeDocument/2006/relationships" id="270" r:id="R5ac1b196de8e4eb3"/>
    <p:sldId xmlns:r="http://schemas.openxmlformats.org/officeDocument/2006/relationships" id="271" r:id="R08e58505697b4c2d"/>
    <p:sldId xmlns:r="http://schemas.openxmlformats.org/officeDocument/2006/relationships" id="272" r:id="R7832f53c4bc24cc3"/>
    <p:sldId xmlns:r="http://schemas.openxmlformats.org/officeDocument/2006/relationships" id="273" r:id="Ra89767f454ef4f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ddd03fdd814ec3" /><Relationship Type="http://schemas.openxmlformats.org/officeDocument/2006/relationships/slideMaster" Target="/ppt/slideMasters/slideMaster1.xml" Id="R79e9d65517894d24" /><Relationship Type="http://schemas.openxmlformats.org/officeDocument/2006/relationships/notesMaster" Target="/ppt/notesMasters/notesMaster1.xml" Id="R247a38216e694487" /><Relationship Type="http://schemas.openxmlformats.org/officeDocument/2006/relationships/presProps" Target="/ppt/presProps.xml" Id="R5900eeb7e93a4745" /><Relationship Type="http://schemas.openxmlformats.org/officeDocument/2006/relationships/tableStyles" Target="/ppt/tableStyles.xml" Id="R1ecb7f52817443c6" /><Relationship Type="http://schemas.openxmlformats.org/officeDocument/2006/relationships/slide" Target="/ppt/slides/slide1.xml" Id="R5e44ed5c64224c4b" /><Relationship Type="http://schemas.openxmlformats.org/officeDocument/2006/relationships/slide" Target="/ppt/slides/slide2.xml" Id="R366e44ed5eaa465c" /><Relationship Type="http://schemas.openxmlformats.org/officeDocument/2006/relationships/slide" Target="/ppt/slides/slide3.xml" Id="R0111806823224d11" /><Relationship Type="http://schemas.openxmlformats.org/officeDocument/2006/relationships/slide" Target="/ppt/slides/slide4.xml" Id="R31179938799d4512" /><Relationship Type="http://schemas.openxmlformats.org/officeDocument/2006/relationships/slide" Target="/ppt/slides/slide5.xml" Id="R94d2826b443548fe" /><Relationship Type="http://schemas.openxmlformats.org/officeDocument/2006/relationships/slide" Target="/ppt/slides/slide6.xml" Id="R70902aaceae944b4" /><Relationship Type="http://schemas.openxmlformats.org/officeDocument/2006/relationships/slide" Target="/ppt/slides/slide7.xml" Id="Rad0dcd7aee804299" /><Relationship Type="http://schemas.openxmlformats.org/officeDocument/2006/relationships/slide" Target="/ppt/slides/slide8.xml" Id="R5c2283b8e3384b3e" /><Relationship Type="http://schemas.openxmlformats.org/officeDocument/2006/relationships/slide" Target="/ppt/slides/slide9.xml" Id="Ra26c77cfddd44913" /><Relationship Type="http://schemas.openxmlformats.org/officeDocument/2006/relationships/slide" Target="/ppt/slides/slide10.xml" Id="Rfb7b5a7d465645c6" /><Relationship Type="http://schemas.openxmlformats.org/officeDocument/2006/relationships/slide" Target="/ppt/slides/slide11.xml" Id="R8bcdd56624de4d72" /><Relationship Type="http://schemas.openxmlformats.org/officeDocument/2006/relationships/slide" Target="/ppt/slides/slide12.xml" Id="R5bc621681351471c" /><Relationship Type="http://schemas.openxmlformats.org/officeDocument/2006/relationships/slide" Target="/ppt/slides/slide13.xml" Id="R3bb7f0e8ec6c4c33" /><Relationship Type="http://schemas.openxmlformats.org/officeDocument/2006/relationships/slide" Target="/ppt/slides/slide14.xml" Id="R20ba9ca318ed40c7" /><Relationship Type="http://schemas.openxmlformats.org/officeDocument/2006/relationships/slide" Target="/ppt/slides/slide15.xml" Id="R5ac1b196de8e4eb3" /><Relationship Type="http://schemas.openxmlformats.org/officeDocument/2006/relationships/slide" Target="/ppt/slides/slide16.xml" Id="R08e58505697b4c2d" /><Relationship Type="http://schemas.openxmlformats.org/officeDocument/2006/relationships/slide" Target="/ppt/slides/slide17.xml" Id="R7832f53c4bc24cc3" /><Relationship Type="http://schemas.openxmlformats.org/officeDocument/2006/relationships/slide" Target="/ppt/slides/slide18.xml" Id="Ra89767f454ef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e10dfab9674f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54940be604682" /><Relationship Type="http://schemas.openxmlformats.org/officeDocument/2006/relationships/notesMaster" Target="/ppt/notesMasters/notesMaster1.xml" Id="R19427d3a8ec649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488821fa3342b2" /><Relationship Type="http://schemas.openxmlformats.org/officeDocument/2006/relationships/notesMaster" Target="/ppt/notesMasters/notesMaster1.xml" Id="R76583377dd9645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7e72ea52184e46" /><Relationship Type="http://schemas.openxmlformats.org/officeDocument/2006/relationships/notesMaster" Target="/ppt/notesMasters/notesMaster1.xml" Id="R611890d2502e4e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355dbe2533488a" /><Relationship Type="http://schemas.openxmlformats.org/officeDocument/2006/relationships/notesMaster" Target="/ppt/notesMasters/notesMaster1.xml" Id="R8b9cde7c8f544d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cfb1c96a3a4143" /><Relationship Type="http://schemas.openxmlformats.org/officeDocument/2006/relationships/notesMaster" Target="/ppt/notesMasters/notesMaster1.xml" Id="R26c675dc193e4a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de6abeec954ad8" /><Relationship Type="http://schemas.openxmlformats.org/officeDocument/2006/relationships/notesMaster" Target="/ppt/notesMasters/notesMaster1.xml" Id="R3c7fd6a9cf5c41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3fd873127346be" /><Relationship Type="http://schemas.openxmlformats.org/officeDocument/2006/relationships/notesMaster" Target="/ppt/notesMasters/notesMaster1.xml" Id="R65394071ccaf45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aac2ab0a1f42ff" /><Relationship Type="http://schemas.openxmlformats.org/officeDocument/2006/relationships/notesMaster" Target="/ppt/notesMasters/notesMaster1.xml" Id="R5900d78c1c3644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d5918a6d974595" /><Relationship Type="http://schemas.openxmlformats.org/officeDocument/2006/relationships/notesMaster" Target="/ppt/notesMasters/notesMaster1.xml" Id="R4c1772fb28c749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12d579714b4687" /><Relationship Type="http://schemas.openxmlformats.org/officeDocument/2006/relationships/notesMaster" Target="/ppt/notesMasters/notesMaster1.xml" Id="R5d737800ff1844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db15d3cf45493d" /><Relationship Type="http://schemas.openxmlformats.org/officeDocument/2006/relationships/notesMaster" Target="/ppt/notesMasters/notesMaster1.xml" Id="R12539396333748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e81e682e534152" /><Relationship Type="http://schemas.openxmlformats.org/officeDocument/2006/relationships/notesMaster" Target="/ppt/notesMasters/notesMaster1.xml" Id="R317d843dafe648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6c54d9e0594163" /><Relationship Type="http://schemas.openxmlformats.org/officeDocument/2006/relationships/notesMaster" Target="/ppt/notesMasters/notesMaster1.xml" Id="R4353c7d6157d45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208e8351cd45aa" /><Relationship Type="http://schemas.openxmlformats.org/officeDocument/2006/relationships/notesMaster" Target="/ppt/notesMasters/notesMaster1.xml" Id="R5efb2e9594e24c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52f1d82ea04d17" /><Relationship Type="http://schemas.openxmlformats.org/officeDocument/2006/relationships/notesMaster" Target="/ppt/notesMasters/notesMaster1.xml" Id="Ra5f5dd13a66741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e10a5d78c94521" /><Relationship Type="http://schemas.openxmlformats.org/officeDocument/2006/relationships/notesMaster" Target="/ppt/notesMasters/notesMaster1.xml" Id="R57f850a0449549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7a5aa51adc482b" /><Relationship Type="http://schemas.openxmlformats.org/officeDocument/2006/relationships/notesMaster" Target="/ppt/notesMasters/notesMaster1.xml" Id="R261e4c1e62dd4d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1da4cc58ca45d0" /><Relationship Type="http://schemas.openxmlformats.org/officeDocument/2006/relationships/notesMaster" Target="/ppt/notesMasters/notesMaster1.xml" Id="R96595abe213644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大家好，这是乡创引擎，一个面向农户的 AI 卖货助手。今天跟着肇庆的陈叔，看它怎样围绕一箱贡柑，准备宣传图、营销文案和客户回复。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 年，全国农产品网络零售额达到七千八百三十三亿元，同比增长百分之九点九。到年底，农村互联网普及率达到百分之六十九点五。这说明线上销售有现实场景，也有手机触达基础。项目关注的是，农户怎样把第一套卖货内容准备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信部门发布的报告显示，农村成年人具备初级及以上数字素养与技能的比例，比城镇低十五点三五个百分点。湘粤地区五百二十八份农户调查研究，也支持数字素养与电商参与之间的联系。因此，我们把简单步骤、具体指引和人工辅导作为设计原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数字能力问题落到一次卖货任务，我们聚焦三件事：照片怎么排成宣传图，商品怎么介绍，客户来了怎么回复。这些是基于公开研究和产品流程提出的任务分析。接下来用陈叔的模拟案例，把每一步做给大家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陈叔选整体图和细节图，填写贡柑家庭装、广东肇庆、三公斤一盒、五十九元，再说明只做本地自提。不会写营销词没关系，先把知道的信息说清楚。不知道的留待确认，不能靠照片猜出认证和品质。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我们把 Agent 设计成一个卖货任务的协调者。陈叔只表达一次目标，它先确认商品资料，再安排宣传图、文案和回复三个任务。三个任务共用同一份事实：价格是多少、卖给谁、怎么拿。产出后再核对，让农户确认使用。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图。陈叔提供产品照片，内容任务围绕家庭水果盘这个场景，准备一张生活化宣传图，再做小红书封面和朋友圈方图。图上只放顾客需要的重点：贡柑家庭装、三公斤一盒、五十九元、本地自提。真实使用时，要让农户检查画面和实物是否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案的重点，是替陈叔找到一个自然的开口：“肇庆的邻居，这盒贡柑想留给你。”接着用他会说的话，讲自己吃、和邻居分的场景。后面把规格、价格和取货安排说清楚。我们追求更愿意被读下去的表达，实际传播效果要通过发布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箱贡柑，两个渠道各写一篇。小红书先吸引附近可能不认识陈叔的人，再介绍产品；朋友圈更像平时告诉熟人：“家里添盒贡柑的，可以问我。”陈叔保存图片、复制文案，核对之后，在自己的账号里手动发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客户问五十九是一斤还是一盒，回复就查规格和价格：一盒三公斤，五十九元。问广州能不能寄，就按资料说明目前本地自提。想要两盒明天下午拿，先确认数量、地点和时间。遇到资料里没有的折扣和承诺，要请陈叔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这里故意放一个错误：档案是五十九元，正文却写成九十九元。现有规则会提示价格冲突，由陈叔改回，再运行检查。商品本身改价后，旧方案也会提示更新。让图、文、回复都对应当前资料，是整个 Agent 设计的重要约束。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推广从合作社切入。首轮目标是一家合作社、十位农户，带自己的产品完成一次准备。我们记录哪一步要人帮、花多久、改几次、愿不愿意发。合作社订阅与培训作为服务设计，再结合人工审核和未来模型成本验证可持续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计划让一家合作社的十位农户，各带真实产品完成同一个任务。记录能否独立完成、用了多久、哪一步求助，以及事实和表达各改了几次。准备效果、发布意愿、实际传播和付费意愿分别验证，不用界面能操作代替真实使用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陈叔带来一箱贡柑，最后带走的是能发的图、顺口的文案和回答客户的话。乡创引擎希望用 AI Agent，把这份卖货准备带到更多农户身边。谢谢大家。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按市场规模、互联网触达、数字能力和区域农户研究四类使用。全国和区域研究提供背景与设计依据，陈叔用于模拟讲解，项目试用将补充一手证据。不能把研究样本说成团队访谈，也不能用大市场规模推算未经验证的收费收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技术设计围绕同一份商品事实与版本展开。Agent 接受目标，协调图像、文案、回复和检查工具；前端让农户核对和修改。当前实现是 React、TypeScript、Vite 的本地原型，内容预写和模拟客服用于演示；在线模型、后端存储和协作调度仍在建设方向中。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陈叔的全部产品信息来自 demo-data.json 中的贡柑案例。人物和产品视觉由 AI 生成，不是真实农户或品质证明。营销文案来自 AI 提前创作的完整稿。主讲没有真实发布、咨询或成交记录。其他两个案例只说明演示品类范围。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图片版，仅用于稳定展示。需要修改文字与图形请使用可编辑重制版。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本套保留可追问的实现边界：素材与客服目前按演示方式运行，在线 Agent 是产品建设方案。试点记录任务完成过程和使用意愿，再讨论营销效果与付费。没有真实数据的地方不填结果，不把模型接入计划当作已部署能力。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141ec1b06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d81ac11264e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0c1bdfbfa49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0defe6c7d4e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90088b59149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aec37314443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5612DB-EA8F-4E12-9119-2A15C5BC6B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AA3654-167A-4466-8823-423A8E4D8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52D951-A45A-4245-A02F-00C27BD11D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294804-652B-45E7-8B7D-8FECAE158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E01B83-B61D-4588-924F-2BD0E81C88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C6CCA7-CD4D-4A45-938C-D34FB1B4A5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C493B9-2C4A-4C8F-AD95-8A501AE1CB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E9AA36-B345-4B4B-AEDA-4B103BFC77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FC9229-6CEA-4C84-9FC2-E907C658B6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8436D5-B0C4-4E8B-9F60-613B99AD85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773044586b44f2" /><Relationship Type="http://schemas.openxmlformats.org/officeDocument/2006/relationships/slideLayout" Target="/ppt/slideLayouts/slideLayout1.xml" Id="R4b90b145e1564615" /><Relationship Type="http://schemas.openxmlformats.org/officeDocument/2006/relationships/slideLayout" Target="/ppt/slideLayouts/slideLayout2.xml" Id="Re753b4ca855448b9" /><Relationship Type="http://schemas.openxmlformats.org/officeDocument/2006/relationships/slideLayout" Target="/ppt/slideLayouts/slideLayout3.xml" Id="R7b483c224e594bb1" /><Relationship Type="http://schemas.openxmlformats.org/officeDocument/2006/relationships/slideLayout" Target="/ppt/slideLayouts/slideLayout4.xml" Id="Rc91dd694250e494b" /><Relationship Type="http://schemas.openxmlformats.org/officeDocument/2006/relationships/slideLayout" Target="/ppt/slideLayouts/slideLayout5.xml" Id="Rbd92ebc3c6f446dd" /><Relationship Type="http://schemas.openxmlformats.org/officeDocument/2006/relationships/slideLayout" Target="/ppt/slideLayouts/slideLayout6.xml" Id="R8b3c23bd00a14a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90b145e1564615"/>
    <p:sldLayoutId xmlns:r="http://schemas.openxmlformats.org/officeDocument/2006/relationships" id="2147483650" r:id="Re753b4ca855448b9"/>
    <p:sldLayoutId xmlns:r="http://schemas.openxmlformats.org/officeDocument/2006/relationships" id="2147483651" r:id="R7b483c224e594bb1"/>
    <p:sldLayoutId xmlns:r="http://schemas.openxmlformats.org/officeDocument/2006/relationships" id="2147483652" r:id="Rc91dd694250e494b"/>
    <p:sldLayoutId xmlns:r="http://schemas.openxmlformats.org/officeDocument/2006/relationships" id="2147483653" r:id="Rbd92ebc3c6f446dd"/>
    <p:sldLayoutId xmlns:r="http://schemas.openxmlformats.org/officeDocument/2006/relationships" id="2147483654" r:id="R8b3c23bd00a14a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74b3e8e284a50" /><Relationship Type="http://schemas.openxmlformats.org/officeDocument/2006/relationships/image" Target="/ppt/media/image.png" Id="Rfa9a4d6991b2409a" /><Relationship Type="http://schemas.openxmlformats.org/officeDocument/2006/relationships/notesSlide" Target="/ppt/notesSlides/notesSlide1.xml" Id="R3d0fc079f9e441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e1381aea649f6" /><Relationship Type="http://schemas.openxmlformats.org/officeDocument/2006/relationships/image" Target="/ppt/media/image2.png" Id="R2f55fd59a7b44ef0" /><Relationship Type="http://schemas.openxmlformats.org/officeDocument/2006/relationships/notesSlide" Target="/ppt/notesSlides/notesSlide2.xml" Id="R5ebeb6b131354f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ef480893b4993" /><Relationship Type="http://schemas.openxmlformats.org/officeDocument/2006/relationships/image" Target="/ppt/media/image3.png" Id="Rf4979e3127fb4c99" /><Relationship Type="http://schemas.openxmlformats.org/officeDocument/2006/relationships/notesSlide" Target="/ppt/notesSlides/notesSlide3.xml" Id="R7ef6faa1e33c43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a00fbb2a64212" /><Relationship Type="http://schemas.openxmlformats.org/officeDocument/2006/relationships/image" Target="/ppt/media/image4.png" Id="R566a3a909d7d4475" /><Relationship Type="http://schemas.openxmlformats.org/officeDocument/2006/relationships/notesSlide" Target="/ppt/notesSlides/notesSlide4.xml" Id="Rb917384e95f04e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fb3132ea64187" /><Relationship Type="http://schemas.openxmlformats.org/officeDocument/2006/relationships/image" Target="/ppt/media/image5.png" Id="Rda4b9c4731ca41b8" /><Relationship Type="http://schemas.openxmlformats.org/officeDocument/2006/relationships/notesSlide" Target="/ppt/notesSlides/notesSlide5.xml" Id="Rf9e95588e43342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459f7f6484b70" /><Relationship Type="http://schemas.openxmlformats.org/officeDocument/2006/relationships/image" Target="/ppt/media/image6.png" Id="R6b7ba8c383d24d43" /><Relationship Type="http://schemas.openxmlformats.org/officeDocument/2006/relationships/notesSlide" Target="/ppt/notesSlides/notesSlide6.xml" Id="R9cfc9acf57e749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70d7174a94e3a" /><Relationship Type="http://schemas.openxmlformats.org/officeDocument/2006/relationships/image" Target="/ppt/media/image7.png" Id="Re419f526d4a5459d" /><Relationship Type="http://schemas.openxmlformats.org/officeDocument/2006/relationships/notesSlide" Target="/ppt/notesSlides/notesSlide7.xml" Id="Ref5b3d5d27a548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fd5b4824c445cb" /><Relationship Type="http://schemas.openxmlformats.org/officeDocument/2006/relationships/image" Target="/ppt/media/image8.png" Id="Re6b3b16352494775" /><Relationship Type="http://schemas.openxmlformats.org/officeDocument/2006/relationships/notesSlide" Target="/ppt/notesSlides/notesSlide8.xml" Id="R9f1fd47d102f40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c7272aa1e048db" /><Relationship Type="http://schemas.openxmlformats.org/officeDocument/2006/relationships/image" Target="/ppt/media/image9.png" Id="Ra0177d8e78be4ae1" /><Relationship Type="http://schemas.openxmlformats.org/officeDocument/2006/relationships/notesSlide" Target="/ppt/notesSlides/notesSlide9.xml" Id="Rc2bee5766d664c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72d8103c445ab" /><Relationship Type="http://schemas.openxmlformats.org/officeDocument/2006/relationships/image" Target="/ppt/media/image10.png" Id="R56b14a958ea34fd8" /><Relationship Type="http://schemas.openxmlformats.org/officeDocument/2006/relationships/notesSlide" Target="/ppt/notesSlides/notesSlide10.xml" Id="R76bf80cd1e6148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bf552d67a4b17" /><Relationship Type="http://schemas.openxmlformats.org/officeDocument/2006/relationships/image" Target="/ppt/media/image11.png" Id="Rf2fffd4d3dbd4163" /><Relationship Type="http://schemas.openxmlformats.org/officeDocument/2006/relationships/notesSlide" Target="/ppt/notesSlides/notesSlide11.xml" Id="Rba4ea6698b6e4c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5d5492a8914f78" /><Relationship Type="http://schemas.openxmlformats.org/officeDocument/2006/relationships/image" Target="/ppt/media/image12.png" Id="R2ac3a40b23f64be8" /><Relationship Type="http://schemas.openxmlformats.org/officeDocument/2006/relationships/notesSlide" Target="/ppt/notesSlides/notesSlide12.xml" Id="R85f8698840464b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59bc6f5264e11" /><Relationship Type="http://schemas.openxmlformats.org/officeDocument/2006/relationships/image" Target="/ppt/media/image13.png" Id="R4dad6abc03524aa3" /><Relationship Type="http://schemas.openxmlformats.org/officeDocument/2006/relationships/notesSlide" Target="/ppt/notesSlides/notesSlide13.xml" Id="R59fbd7c79f9a4f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1c6a12037843c3" /><Relationship Type="http://schemas.openxmlformats.org/officeDocument/2006/relationships/image" Target="/ppt/media/image14.png" Id="R6dd26d06594b4911" /><Relationship Type="http://schemas.openxmlformats.org/officeDocument/2006/relationships/notesSlide" Target="/ppt/notesSlides/notesSlide14.xml" Id="R3b5ffc2e796345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05f276cf64da9" /><Relationship Type="http://schemas.openxmlformats.org/officeDocument/2006/relationships/image" Target="/ppt/media/image15.png" Id="R29f0ad2554fb4b81" /><Relationship Type="http://schemas.openxmlformats.org/officeDocument/2006/relationships/notesSlide" Target="/ppt/notesSlides/notesSlide15.xml" Id="R1204025ac8de4b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a87ddf3fcf4a22" /><Relationship Type="http://schemas.openxmlformats.org/officeDocument/2006/relationships/image" Target="/ppt/media/image16.png" Id="Rf3e3301295de499e" /><Relationship Type="http://schemas.openxmlformats.org/officeDocument/2006/relationships/notesSlide" Target="/ppt/notesSlides/notesSlide16.xml" Id="R09550b6bdfbe49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4da6e35e94178" /><Relationship Type="http://schemas.openxmlformats.org/officeDocument/2006/relationships/image" Target="/ppt/media/image17.png" Id="R7f76cb833ca74791" /><Relationship Type="http://schemas.openxmlformats.org/officeDocument/2006/relationships/notesSlide" Target="/ppt/notesSlides/notesSlide17.xml" Id="Rb02e001525f549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b7a6a9bc14650" /><Relationship Type="http://schemas.openxmlformats.org/officeDocument/2006/relationships/image" Target="/ppt/media/image18.png" Id="Ra3d2bfe7f3874db4" /><Relationship Type="http://schemas.openxmlformats.org/officeDocument/2006/relationships/notesSlide" Target="/ppt/notesSlides/notesSlide18.xml" Id="Rb17958a64f3b49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97BB6-C72F-42E5-B04F-2F4F6859EE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a4d6991b2409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68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9AF57-9930-4187-9505-3182C38402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5fd59a7b44e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37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FCCBB-78BB-4C07-B1B6-03C64FC92C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79e3127fb4c9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90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D08F2-471B-4033-9661-A44334DBAE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a3a909d7d447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75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D72B0-1498-4F4C-A27A-53C164330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b9c4731ca41b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8161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2A130-689B-4EE2-823A-517DBAD5B4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ba8c383d24d4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736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D793F-973E-4641-8DDB-B29128F86F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9f526d4a5459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366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3A5A1-F053-4E56-BF1F-BEF5CEB7DA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3b1635249477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67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29B6C-B0A1-4355-8330-5960A834F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77d8e78be4ae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94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EE07B-18DB-487B-BD77-411D29F58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14a958ea34fd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1181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9D405-811C-44EE-ACA8-1F693ACE96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ffd4d3dbd416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649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3AEE0-77CF-4211-99F4-95FDBF3134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3a40b23f64be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643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217E7-D37E-456D-9062-C291EB217B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d6abc03524aa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130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E4EA2-ABFE-44A0-88FD-F1212A7EA0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26d06594b491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765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53059-0CDD-43DE-AB00-D25C2DEE03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0ad2554fb4b8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109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CBB55-39AF-4B83-AB4D-19F97ADC84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3301295de499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2221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881A9-446B-4A8F-8FA9-88FB4B933C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6cb833ca7479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765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17CF1-3912-493F-9DFD-3D780342EC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2bfe7f3874db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934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2026-10-19T14:30:23.8400000Z</dcterms:created>
  <dcterms:modified xsi:type="dcterms:W3CDTF">2026-10-19T14:30:23.8400000Z</dcterms:modified>
</coreProperties>
</file>